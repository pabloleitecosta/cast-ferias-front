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Engenharia de Software e Gestão Ágil de Projetos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Processos, Arquitetura, Qualidade e Papéis da Equipe no Ciclo de Desenvolvimento de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da Apresentação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Apresentar modelos de processo, frameworks modernos e papéis da equipe em sprints de 3 semanas.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Modelos Clássicos de Processo de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Abordagens estruturadas que organizam o desenvolvimento em etapas previsíveis e documentadas.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Cascata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Fluxo sequencial: Requisitos → Projeto → Desenvolvimento → Testes → Implantação → Manutenção.</a:t>
            </a:r>
          </a:p>
          <a:p>
            <a:r>
              <a:t>Exemplo: Sistemas bancários regulados.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Incremental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Entrega do sistema em partes evolutivas.</a:t>
            </a:r>
          </a:p>
          <a:p>
            <a:r>
              <a:t>Exemplo: ERP com módulos entregues gradualmente.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Espiral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Ciclo iterativo focado em análise de riscos.</a:t>
            </a:r>
          </a:p>
          <a:p>
            <a:r>
              <a:t>Exemplo: Sistemas críticos de saúde ou aviação.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Frameworks de Qualidade e Melhoria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Exemplos: CMMI, ISO 9001, TMMi.</a:t>
            </a:r>
          </a:p>
          <a:p>
            <a:r>
              <a:t>Objetivo: melhoria contínua e padronização de processos.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CMMI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Modelo de maturidade de processos.</a:t>
            </a:r>
          </a:p>
          <a:p>
            <a:r>
              <a:t>Níveis de evolução organizacional que aumentam qualidade e previsibilidade.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Frameworks de Arquitetura e Desenvolvimento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Exemplos: MVC, SOA e Microsserviços.</a:t>
            </a:r>
          </a:p>
          <a:p>
            <a:r>
              <a:t>Promovem modularidade, escalabilidade e manutenção facilitada.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Model: dados</a:t>
            </a:r>
          </a:p>
          <a:p>
            <a:r>
              <a:t>View: interface</a:t>
            </a:r>
          </a:p>
          <a:p>
            <a:r>
              <a:t>Controller: lógica de negócio.</a:t>
            </a:r>
          </a:p>
          <a:p>
            <a:r>
              <a:t>Amplamente usado em aplicações web.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Frameworks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Práticas que integram desenvolvimento e operações.</a:t>
            </a:r>
          </a:p>
          <a:p>
            <a:r>
              <a:t>Exemplos: CI, CD, automação de testes e deploy.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Integração Contínua (CI)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Integração frequente do código com testes automáticos e builds contínuos.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Frameworks de Segurança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SDL, OWASP e Secure SDLC.</a:t>
            </a:r>
          </a:p>
          <a:p>
            <a:r>
              <a:t>Garantem proteção contra vulnerabilidades e segurança de dados.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Frameworks de Arquitetura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Modelo 4+1: visão lógica, processo, desenvolvimento, física e cenários.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Papéis da Equipe Ágil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Owner, Scrum Master, Arquiteto, Analista de Requisitos, Desenvolvedores e QA.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Owner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Responsável por priorizar backlog e alinhar o produto com o negócio.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Scrum Master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 impedimentos e garante a aplicação correta da metodologia ágil.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Arquiteto de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padrões técnicos, arquitetura e tecnologias utilizadas.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Analista de Requisitos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Levantamento e documentação de necessidades do negócio.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Desenvolvedores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Implementação de funcionalidades e correção de defeitos.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Analista de Testes (QA)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Criação de testes, validação do sistema e garantia de qualidade.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de 3 Semanas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Semana 1: Planejamento e início do desenvolvimento.</a:t>
            </a:r>
          </a:p>
          <a:p>
            <a:r>
              <a:t>Semana 2: Desenvolvimento e testes.</a:t>
            </a:r>
          </a:p>
          <a:p>
            <a:r>
              <a:t>Semana 3: Correções e validação.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Cenário: Desenvolvimento com Sucesso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Funcionalidade desenvolvida, testada e validada pelo Product Owner.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Cenário: Bug Encontrado no Desenvolvimento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QA registra bug, desenvolvedor corrige e PO redefine prioridade se necessário.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Cenário: Bug Encontrado em Produção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Equipe cria hotfix, QA valida correção e arquiteto analisa causa raiz.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Cenário: Nova Demanda Fora da 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 avalia urgência e Scrum Master analisa impacto na sprint.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Cenário: Demanda Despriorizada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 removido do backlog da sprint e equipe redireciona esforços.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Processos, arquitetura e colaboração da equipe garantem entregas de valor e qualidade.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